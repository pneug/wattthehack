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4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384EA-6558-6AB4-238E-D9B1B55DB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9DAD28-5C6B-9060-CC0B-0F9681961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B2DBAA-C766-2004-D1EB-FBD8568D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2244D9-CA98-E4E1-584D-43989F83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AE21B2-B359-DDE3-9E78-A63BCAC0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289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57EB47-E360-0462-6B16-89E207AB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D7F241-4A85-3530-19E9-DF6BF2AEA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950832-F666-9AAB-E19B-2B10126D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0BA480-E9F5-531C-E01A-8F0282B9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E7D90E-C6C7-04F4-3ADE-BC6A3EB9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4362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A487B-DAA9-A697-A85A-6948F988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9B143C-A1D4-8FA9-7DB7-8BE3CD8DC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385501-78B3-D1CC-F48F-F4128A9C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C58F29-E35A-E190-3C68-058E69DC1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7E1B47-8132-01F3-5321-2E0FF65A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2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AB27BC-C9D8-4B72-FF93-9D82F7D1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17E299-D32E-8EA7-4B5C-F3601D143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0BF50C-A76E-2433-3F28-FFF3A0129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92B4CE-AD6A-2313-93FF-7F65AEFA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98D151-7819-BECD-6B6F-3E6D30C9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B0E599-6028-377C-67E7-4B7080FF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68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0BAE90-7ECE-59E0-FA51-5BFC3D83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E1F3CF-03AD-393C-CA73-F5C550280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1F7DDF-EED1-7AFB-40D0-77F7EFC2D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C068823-BEC5-EEF6-48D9-772B4C3B1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536152E-559F-96D9-1CD7-9DEC5CE9B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F4BA3D-3ECC-CE5F-D41B-4621D372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7554734-C77B-FCB9-3928-423BA9E1D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4910A29-1A3C-3E78-FE20-77B881FB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3909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63B4D9-433E-D550-DDFD-C3E76572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93EF84-7A7D-7910-BA98-92E894B7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9628AE-D931-49CA-321E-A369B2F9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1A022B-2DC4-BC80-743A-95AE8498E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51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E68DB8C-F53B-5239-4C9D-2E528932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8C8FC93-57F4-9295-ED09-1D88E855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0FA926-66B9-E303-7909-9B6AA5AF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570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1C345E-E301-996D-9AD3-ECD590722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E5D6EB-8992-8AA1-85AE-B5F1D683E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D26FB1-CE40-4E38-C90C-D52E6570C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B16669-24A8-3495-DF40-9057886B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1C740B-204B-470B-475F-4B76DD28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7C55B7-0D69-CC1A-5E50-42F71AB3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25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F5B691-70F4-7448-4029-560A4EA4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895EA5B-697F-182A-DF09-4A5D4B95E9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C8E0CF5-7B61-4AA1-4F2B-83E51C206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2EB46D-54FB-2538-6E4B-C61B6165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97965D-A505-19E9-52F1-871FB0CA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A96AE9-6B37-2D89-190A-9C91EFFF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360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4D4CEE-BCDD-B4C2-3B4B-245CA5DE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CE4AE5-74DB-45A1-4CE5-6AE520E97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01E11F-A71B-3643-0EA1-2877CAC6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862BFC-5EA1-B4DC-DD88-FDD805664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4A29AC-4A9F-5A41-6081-A741DD6D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86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9C5AE66-8246-7646-E330-C9C0BFB2E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DFE68F-7A22-0C41-FEF6-C4EA15D21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E39BD8-5313-13A8-A8A3-83607A90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A0C48E-ADC4-F52F-BA79-D93DB0BCA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6DC768-3A66-8DC9-3895-D128E341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06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9016EA1-DE62-C3C4-6F11-D1A1A801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E9266C-CAC4-655F-82E5-043D76DB9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4E9D1F-9B3C-C57C-88FA-2BD16D748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78C95-90DC-4A19-A6CD-7835680F4A89}" type="datetimeFigureOut">
              <a:rPr lang="de-DE" smtClean="0"/>
              <a:t>24.10.2026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B52A1C-8858-1F73-A184-E2AC77C3A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 dirty="0"/>
              <a:t>Watt The Hack - </a:t>
            </a:r>
            <a:r>
              <a:rPr lang="de-DE" dirty="0" err="1"/>
              <a:t>BayWA</a:t>
            </a:r>
            <a:r>
              <a:rPr lang="de-DE" dirty="0"/>
              <a:t> </a:t>
            </a:r>
            <a:r>
              <a:rPr lang="de-DE" dirty="0" err="1"/>
              <a:t>r.e</a:t>
            </a:r>
            <a:r>
              <a:rPr lang="de-DE" dirty="0"/>
              <a:t>. Challenge - Philip &amp; Thalea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D6ECD5-BC67-5D1A-5F0F-0E3F28E33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AFD4C-B87D-482E-9604-D457C6441148}" type="slidenum">
              <a:rPr lang="de-DE" smtClean="0"/>
              <a:t>‹Nr.›</a:t>
            </a:fld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27F25279-0C4C-1C18-8991-7017C53F3957}"/>
              </a:ext>
            </a:extLst>
          </p:cNvPr>
          <p:cNvGrpSpPr/>
          <p:nvPr userDrawn="1"/>
        </p:nvGrpSpPr>
        <p:grpSpPr>
          <a:xfrm>
            <a:off x="10156371" y="365125"/>
            <a:ext cx="1197429" cy="1170213"/>
            <a:chOff x="489857" y="315684"/>
            <a:chExt cx="1197429" cy="1170213"/>
          </a:xfrm>
        </p:grpSpPr>
        <p:sp>
          <p:nvSpPr>
            <p:cNvPr id="9" name="Grafik 4" descr="Gummiente mit einfarbiger Füllung">
              <a:extLst>
                <a:ext uri="{FF2B5EF4-FFF2-40B4-BE49-F238E27FC236}">
                  <a16:creationId xmlns:a16="http://schemas.microsoft.com/office/drawing/2014/main" id="{6D587718-9635-418F-5B67-C1EA00947FFD}"/>
                </a:ext>
              </a:extLst>
            </p:cNvPr>
            <p:cNvSpPr/>
            <p:nvPr/>
          </p:nvSpPr>
          <p:spPr>
            <a:xfrm>
              <a:off x="696616" y="602797"/>
              <a:ext cx="762069" cy="590551"/>
            </a:xfrm>
            <a:custGeom>
              <a:avLst/>
              <a:gdLst>
                <a:gd name="csX0" fmla="*/ 684917 w 762069"/>
                <a:gd name="csY0" fmla="*/ 191452 h 590551"/>
                <a:gd name="csX1" fmla="*/ 685869 w 762069"/>
                <a:gd name="csY1" fmla="*/ 171450 h 590551"/>
                <a:gd name="csX2" fmla="*/ 514419 w 762069"/>
                <a:gd name="csY2" fmla="*/ 0 h 590551"/>
                <a:gd name="csX3" fmla="*/ 342969 w 762069"/>
                <a:gd name="csY3" fmla="*/ 171450 h 590551"/>
                <a:gd name="csX4" fmla="*/ 383927 w 762069"/>
                <a:gd name="csY4" fmla="*/ 281940 h 590551"/>
                <a:gd name="csX5" fmla="*/ 49599 w 762069"/>
                <a:gd name="csY5" fmla="*/ 247650 h 590551"/>
                <a:gd name="csX6" fmla="*/ 21024 w 762069"/>
                <a:gd name="csY6" fmla="*/ 259080 h 590551"/>
                <a:gd name="csX7" fmla="*/ 37217 w 762069"/>
                <a:gd name="csY7" fmla="*/ 490538 h 590551"/>
                <a:gd name="csX8" fmla="*/ 366782 w 762069"/>
                <a:gd name="csY8" fmla="*/ 590550 h 590551"/>
                <a:gd name="csX9" fmla="*/ 646817 w 762069"/>
                <a:gd name="csY9" fmla="*/ 470535 h 590551"/>
                <a:gd name="csX10" fmla="*/ 591572 w 762069"/>
                <a:gd name="csY10" fmla="*/ 324803 h 590551"/>
                <a:gd name="csX11" fmla="*/ 647769 w 762069"/>
                <a:gd name="csY11" fmla="*/ 275273 h 590551"/>
                <a:gd name="csX12" fmla="*/ 743019 w 762069"/>
                <a:gd name="csY12" fmla="*/ 229552 h 590551"/>
                <a:gd name="csX13" fmla="*/ 762069 w 762069"/>
                <a:gd name="csY13" fmla="*/ 200977 h 590551"/>
                <a:gd name="csX14" fmla="*/ 684917 w 762069"/>
                <a:gd name="csY14" fmla="*/ 191452 h 590551"/>
                <a:gd name="csX15" fmla="*/ 599192 w 762069"/>
                <a:gd name="csY15" fmla="*/ 171450 h 590551"/>
                <a:gd name="csX16" fmla="*/ 570617 w 762069"/>
                <a:gd name="csY16" fmla="*/ 142875 h 590551"/>
                <a:gd name="csX17" fmla="*/ 599192 w 762069"/>
                <a:gd name="csY17" fmla="*/ 114300 h 590551"/>
                <a:gd name="csX18" fmla="*/ 627767 w 762069"/>
                <a:gd name="csY18" fmla="*/ 142875 h 590551"/>
                <a:gd name="csX19" fmla="*/ 599192 w 762069"/>
                <a:gd name="csY19" fmla="*/ 171450 h 5905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762069" h="590551" fill="none" extrusionOk="0">
                  <a:moveTo>
                    <a:pt x="684917" y="191452"/>
                  </a:moveTo>
                  <a:cubicBezTo>
                    <a:pt x="686529" y="183923"/>
                    <a:pt x="686640" y="178820"/>
                    <a:pt x="685869" y="171450"/>
                  </a:cubicBezTo>
                  <a:cubicBezTo>
                    <a:pt x="683743" y="84485"/>
                    <a:pt x="604987" y="4173"/>
                    <a:pt x="514419" y="0"/>
                  </a:cubicBezTo>
                  <a:cubicBezTo>
                    <a:pt x="423533" y="2635"/>
                    <a:pt x="354361" y="82566"/>
                    <a:pt x="342969" y="171450"/>
                  </a:cubicBezTo>
                  <a:cubicBezTo>
                    <a:pt x="340081" y="218790"/>
                    <a:pt x="356030" y="252217"/>
                    <a:pt x="383927" y="281940"/>
                  </a:cubicBezTo>
                  <a:cubicBezTo>
                    <a:pt x="294596" y="298712"/>
                    <a:pt x="238696" y="372406"/>
                    <a:pt x="49599" y="247650"/>
                  </a:cubicBezTo>
                  <a:cubicBezTo>
                    <a:pt x="37308" y="239355"/>
                    <a:pt x="22270" y="245237"/>
                    <a:pt x="21024" y="259080"/>
                  </a:cubicBezTo>
                  <a:cubicBezTo>
                    <a:pt x="-8349" y="361053"/>
                    <a:pt x="-18213" y="414211"/>
                    <a:pt x="37217" y="490538"/>
                  </a:cubicBezTo>
                  <a:cubicBezTo>
                    <a:pt x="109571" y="591285"/>
                    <a:pt x="189170" y="599119"/>
                    <a:pt x="366782" y="590550"/>
                  </a:cubicBezTo>
                  <a:cubicBezTo>
                    <a:pt x="539277" y="585150"/>
                    <a:pt x="645092" y="579446"/>
                    <a:pt x="646817" y="470535"/>
                  </a:cubicBezTo>
                  <a:cubicBezTo>
                    <a:pt x="641261" y="414042"/>
                    <a:pt x="631389" y="363836"/>
                    <a:pt x="591572" y="324803"/>
                  </a:cubicBezTo>
                  <a:cubicBezTo>
                    <a:pt x="615092" y="311396"/>
                    <a:pt x="640154" y="291694"/>
                    <a:pt x="647769" y="275273"/>
                  </a:cubicBezTo>
                  <a:cubicBezTo>
                    <a:pt x="692646" y="269658"/>
                    <a:pt x="727531" y="246434"/>
                    <a:pt x="743019" y="229552"/>
                  </a:cubicBezTo>
                  <a:cubicBezTo>
                    <a:pt x="752399" y="220013"/>
                    <a:pt x="759358" y="209240"/>
                    <a:pt x="762069" y="200977"/>
                  </a:cubicBezTo>
                  <a:cubicBezTo>
                    <a:pt x="745627" y="194088"/>
                    <a:pt x="695688" y="198772"/>
                    <a:pt x="684917" y="191452"/>
                  </a:cubicBezTo>
                  <a:close/>
                  <a:moveTo>
                    <a:pt x="599192" y="171450"/>
                  </a:moveTo>
                  <a:cubicBezTo>
                    <a:pt x="583651" y="170782"/>
                    <a:pt x="570585" y="160921"/>
                    <a:pt x="570617" y="142875"/>
                  </a:cubicBezTo>
                  <a:cubicBezTo>
                    <a:pt x="572158" y="124498"/>
                    <a:pt x="585880" y="114364"/>
                    <a:pt x="599192" y="114300"/>
                  </a:cubicBezTo>
                  <a:cubicBezTo>
                    <a:pt x="615880" y="113919"/>
                    <a:pt x="629293" y="128891"/>
                    <a:pt x="627767" y="142875"/>
                  </a:cubicBezTo>
                  <a:cubicBezTo>
                    <a:pt x="626784" y="157065"/>
                    <a:pt x="613112" y="170781"/>
                    <a:pt x="599192" y="171450"/>
                  </a:cubicBezTo>
                  <a:close/>
                </a:path>
                <a:path w="762069" h="590551" stroke="0" extrusionOk="0">
                  <a:moveTo>
                    <a:pt x="684917" y="191452"/>
                  </a:moveTo>
                  <a:cubicBezTo>
                    <a:pt x="686415" y="184167"/>
                    <a:pt x="685524" y="177772"/>
                    <a:pt x="685869" y="171450"/>
                  </a:cubicBezTo>
                  <a:cubicBezTo>
                    <a:pt x="698343" y="86625"/>
                    <a:pt x="596259" y="-4113"/>
                    <a:pt x="514419" y="0"/>
                  </a:cubicBezTo>
                  <a:cubicBezTo>
                    <a:pt x="432977" y="-3073"/>
                    <a:pt x="345322" y="76670"/>
                    <a:pt x="342969" y="171450"/>
                  </a:cubicBezTo>
                  <a:cubicBezTo>
                    <a:pt x="349343" y="214656"/>
                    <a:pt x="354843" y="259063"/>
                    <a:pt x="383927" y="281940"/>
                  </a:cubicBezTo>
                  <a:cubicBezTo>
                    <a:pt x="305505" y="294551"/>
                    <a:pt x="225574" y="357193"/>
                    <a:pt x="49599" y="247650"/>
                  </a:cubicBezTo>
                  <a:cubicBezTo>
                    <a:pt x="40551" y="243064"/>
                    <a:pt x="24473" y="247875"/>
                    <a:pt x="21024" y="259080"/>
                  </a:cubicBezTo>
                  <a:cubicBezTo>
                    <a:pt x="-15955" y="361836"/>
                    <a:pt x="-5372" y="411835"/>
                    <a:pt x="37217" y="490538"/>
                  </a:cubicBezTo>
                  <a:cubicBezTo>
                    <a:pt x="91752" y="590962"/>
                    <a:pt x="189913" y="586195"/>
                    <a:pt x="366782" y="590550"/>
                  </a:cubicBezTo>
                  <a:cubicBezTo>
                    <a:pt x="556555" y="586367"/>
                    <a:pt x="655777" y="597245"/>
                    <a:pt x="646817" y="470535"/>
                  </a:cubicBezTo>
                  <a:cubicBezTo>
                    <a:pt x="638907" y="409751"/>
                    <a:pt x="628036" y="361721"/>
                    <a:pt x="591572" y="324803"/>
                  </a:cubicBezTo>
                  <a:cubicBezTo>
                    <a:pt x="614395" y="314560"/>
                    <a:pt x="638206" y="288812"/>
                    <a:pt x="647769" y="275273"/>
                  </a:cubicBezTo>
                  <a:cubicBezTo>
                    <a:pt x="694334" y="275348"/>
                    <a:pt x="723847" y="252066"/>
                    <a:pt x="743019" y="229552"/>
                  </a:cubicBezTo>
                  <a:cubicBezTo>
                    <a:pt x="752688" y="219986"/>
                    <a:pt x="757311" y="209275"/>
                    <a:pt x="762069" y="200977"/>
                  </a:cubicBezTo>
                  <a:cubicBezTo>
                    <a:pt x="731883" y="190245"/>
                    <a:pt x="702367" y="196676"/>
                    <a:pt x="684917" y="191452"/>
                  </a:cubicBezTo>
                  <a:close/>
                  <a:moveTo>
                    <a:pt x="599192" y="171450"/>
                  </a:moveTo>
                  <a:cubicBezTo>
                    <a:pt x="582341" y="170547"/>
                    <a:pt x="570828" y="159674"/>
                    <a:pt x="570617" y="142875"/>
                  </a:cubicBezTo>
                  <a:cubicBezTo>
                    <a:pt x="569760" y="129104"/>
                    <a:pt x="585657" y="114555"/>
                    <a:pt x="599192" y="114300"/>
                  </a:cubicBezTo>
                  <a:cubicBezTo>
                    <a:pt x="614994" y="116178"/>
                    <a:pt x="628946" y="129355"/>
                    <a:pt x="627767" y="142875"/>
                  </a:cubicBezTo>
                  <a:cubicBezTo>
                    <a:pt x="625140" y="157645"/>
                    <a:pt x="616830" y="173302"/>
                    <a:pt x="599192" y="171450"/>
                  </a:cubicBezTo>
                  <a:close/>
                </a:path>
              </a:pathLst>
            </a:custGeom>
            <a:solidFill>
              <a:srgbClr val="008C45"/>
            </a:solidFill>
            <a:ln w="9525" cap="flat">
              <a:solidFill>
                <a:srgbClr val="008C45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98506542">
                    <a:custGeom>
                      <a:avLst/>
                      <a:gdLst>
                        <a:gd name="csX0" fmla="*/ 684917 w 762069"/>
                        <a:gd name="csY0" fmla="*/ 191452 h 590551"/>
                        <a:gd name="csX1" fmla="*/ 685869 w 762069"/>
                        <a:gd name="csY1" fmla="*/ 171450 h 590551"/>
                        <a:gd name="csX2" fmla="*/ 514419 w 762069"/>
                        <a:gd name="csY2" fmla="*/ 0 h 590551"/>
                        <a:gd name="csX3" fmla="*/ 342969 w 762069"/>
                        <a:gd name="csY3" fmla="*/ 171450 h 590551"/>
                        <a:gd name="csX4" fmla="*/ 383927 w 762069"/>
                        <a:gd name="csY4" fmla="*/ 281940 h 590551"/>
                        <a:gd name="csX5" fmla="*/ 49599 w 762069"/>
                        <a:gd name="csY5" fmla="*/ 247650 h 590551"/>
                        <a:gd name="csX6" fmla="*/ 21024 w 762069"/>
                        <a:gd name="csY6" fmla="*/ 259080 h 590551"/>
                        <a:gd name="csX7" fmla="*/ 37217 w 762069"/>
                        <a:gd name="csY7" fmla="*/ 490538 h 590551"/>
                        <a:gd name="csX8" fmla="*/ 366782 w 762069"/>
                        <a:gd name="csY8" fmla="*/ 590550 h 590551"/>
                        <a:gd name="csX9" fmla="*/ 646817 w 762069"/>
                        <a:gd name="csY9" fmla="*/ 470535 h 590551"/>
                        <a:gd name="csX10" fmla="*/ 591572 w 762069"/>
                        <a:gd name="csY10" fmla="*/ 324803 h 590551"/>
                        <a:gd name="csX11" fmla="*/ 647769 w 762069"/>
                        <a:gd name="csY11" fmla="*/ 275273 h 590551"/>
                        <a:gd name="csX12" fmla="*/ 743019 w 762069"/>
                        <a:gd name="csY12" fmla="*/ 229552 h 590551"/>
                        <a:gd name="csX13" fmla="*/ 762069 w 762069"/>
                        <a:gd name="csY13" fmla="*/ 200977 h 590551"/>
                        <a:gd name="csX14" fmla="*/ 684917 w 762069"/>
                        <a:gd name="csY14" fmla="*/ 191452 h 590551"/>
                        <a:gd name="csX15" fmla="*/ 599192 w 762069"/>
                        <a:gd name="csY15" fmla="*/ 171450 h 590551"/>
                        <a:gd name="csX16" fmla="*/ 570617 w 762069"/>
                        <a:gd name="csY16" fmla="*/ 142875 h 590551"/>
                        <a:gd name="csX17" fmla="*/ 599192 w 762069"/>
                        <a:gd name="csY17" fmla="*/ 114300 h 590551"/>
                        <a:gd name="csX18" fmla="*/ 627767 w 762069"/>
                        <a:gd name="csY18" fmla="*/ 142875 h 590551"/>
                        <a:gd name="csX19" fmla="*/ 599192 w 762069"/>
                        <a:gd name="csY19" fmla="*/ 171450 h 59055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</a:cxnLst>
                      <a:rect l="l" t="t" r="r" b="b"/>
                      <a:pathLst>
                        <a:path w="762069" h="590551">
                          <a:moveTo>
                            <a:pt x="684917" y="191452"/>
                          </a:moveTo>
                          <a:cubicBezTo>
                            <a:pt x="685869" y="184785"/>
                            <a:pt x="685869" y="178118"/>
                            <a:pt x="685869" y="171450"/>
                          </a:cubicBezTo>
                          <a:cubicBezTo>
                            <a:pt x="685869" y="77153"/>
                            <a:pt x="608717" y="0"/>
                            <a:pt x="514419" y="0"/>
                          </a:cubicBezTo>
                          <a:cubicBezTo>
                            <a:pt x="420122" y="0"/>
                            <a:pt x="342969" y="77153"/>
                            <a:pt x="342969" y="171450"/>
                          </a:cubicBezTo>
                          <a:cubicBezTo>
                            <a:pt x="342969" y="213360"/>
                            <a:pt x="358209" y="252413"/>
                            <a:pt x="383927" y="281940"/>
                          </a:cubicBezTo>
                          <a:cubicBezTo>
                            <a:pt x="295344" y="293370"/>
                            <a:pt x="224859" y="359093"/>
                            <a:pt x="49599" y="247650"/>
                          </a:cubicBezTo>
                          <a:cubicBezTo>
                            <a:pt x="39122" y="240983"/>
                            <a:pt x="23882" y="246698"/>
                            <a:pt x="21024" y="259080"/>
                          </a:cubicBezTo>
                          <a:cubicBezTo>
                            <a:pt x="-7551" y="360998"/>
                            <a:pt x="-11361" y="419100"/>
                            <a:pt x="37217" y="490538"/>
                          </a:cubicBezTo>
                          <a:cubicBezTo>
                            <a:pt x="105797" y="589598"/>
                            <a:pt x="179139" y="590550"/>
                            <a:pt x="366782" y="590550"/>
                          </a:cubicBezTo>
                          <a:cubicBezTo>
                            <a:pt x="554424" y="590550"/>
                            <a:pt x="646817" y="592455"/>
                            <a:pt x="646817" y="470535"/>
                          </a:cubicBezTo>
                          <a:cubicBezTo>
                            <a:pt x="646817" y="406718"/>
                            <a:pt x="632529" y="357188"/>
                            <a:pt x="591572" y="324803"/>
                          </a:cubicBezTo>
                          <a:cubicBezTo>
                            <a:pt x="614432" y="313373"/>
                            <a:pt x="638244" y="290513"/>
                            <a:pt x="647769" y="275273"/>
                          </a:cubicBezTo>
                          <a:cubicBezTo>
                            <a:pt x="692537" y="270510"/>
                            <a:pt x="724922" y="249555"/>
                            <a:pt x="743019" y="229552"/>
                          </a:cubicBezTo>
                          <a:cubicBezTo>
                            <a:pt x="752544" y="220027"/>
                            <a:pt x="758259" y="208598"/>
                            <a:pt x="762069" y="200977"/>
                          </a:cubicBezTo>
                          <a:lnTo>
                            <a:pt x="684917" y="191452"/>
                          </a:lnTo>
                          <a:close/>
                          <a:moveTo>
                            <a:pt x="599192" y="171450"/>
                          </a:moveTo>
                          <a:cubicBezTo>
                            <a:pt x="582999" y="171450"/>
                            <a:pt x="570617" y="159068"/>
                            <a:pt x="570617" y="142875"/>
                          </a:cubicBezTo>
                          <a:cubicBezTo>
                            <a:pt x="570617" y="126682"/>
                            <a:pt x="582999" y="114300"/>
                            <a:pt x="599192" y="114300"/>
                          </a:cubicBezTo>
                          <a:cubicBezTo>
                            <a:pt x="615384" y="114300"/>
                            <a:pt x="627767" y="126682"/>
                            <a:pt x="627767" y="142875"/>
                          </a:cubicBezTo>
                          <a:cubicBezTo>
                            <a:pt x="627767" y="159068"/>
                            <a:pt x="615384" y="171450"/>
                            <a:pt x="599192" y="171450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5E6C38FD-3B49-376C-3FAD-AED773B4F097}"/>
                </a:ext>
              </a:extLst>
            </p:cNvPr>
            <p:cNvSpPr/>
            <p:nvPr/>
          </p:nvSpPr>
          <p:spPr>
            <a:xfrm rot="16200000">
              <a:off x="503465" y="302076"/>
              <a:ext cx="1170213" cy="1197429"/>
            </a:xfrm>
            <a:custGeom>
              <a:avLst/>
              <a:gdLst>
                <a:gd name="csX0" fmla="*/ 0 w 1170213"/>
                <a:gd name="csY0" fmla="*/ 598715 h 1197429"/>
                <a:gd name="csX1" fmla="*/ 585107 w 1170213"/>
                <a:gd name="csY1" fmla="*/ 0 h 1197429"/>
                <a:gd name="csX2" fmla="*/ 1170214 w 1170213"/>
                <a:gd name="csY2" fmla="*/ 598715 h 1197429"/>
                <a:gd name="csX3" fmla="*/ 585107 w 1170213"/>
                <a:gd name="csY3" fmla="*/ 1197430 h 1197429"/>
                <a:gd name="csX4" fmla="*/ 0 w 1170213"/>
                <a:gd name="csY4" fmla="*/ 598715 h 11974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70213" h="1197429" extrusionOk="0">
                  <a:moveTo>
                    <a:pt x="0" y="598715"/>
                  </a:moveTo>
                  <a:cubicBezTo>
                    <a:pt x="-22492" y="224295"/>
                    <a:pt x="243509" y="19752"/>
                    <a:pt x="585107" y="0"/>
                  </a:cubicBezTo>
                  <a:cubicBezTo>
                    <a:pt x="974514" y="39891"/>
                    <a:pt x="1145897" y="221904"/>
                    <a:pt x="1170214" y="598715"/>
                  </a:cubicBezTo>
                  <a:cubicBezTo>
                    <a:pt x="1156051" y="926400"/>
                    <a:pt x="911355" y="1172585"/>
                    <a:pt x="585107" y="1197430"/>
                  </a:cubicBezTo>
                  <a:cubicBezTo>
                    <a:pt x="240532" y="1167894"/>
                    <a:pt x="10216" y="915390"/>
                    <a:pt x="0" y="598715"/>
                  </a:cubicBezTo>
                  <a:close/>
                </a:path>
              </a:pathLst>
            </a:custGeom>
            <a:noFill/>
            <a:ln w="57150">
              <a:solidFill>
                <a:srgbClr val="008C45"/>
              </a:solidFill>
              <a:extLst>
                <a:ext uri="{C807C97D-BFC1-408E-A445-0C87EB9F89A2}">
                  <ask:lineSketchStyleProps xmlns:ask="http://schemas.microsoft.com/office/drawing/2018/sketchyshapes" sd="4172447036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67256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F18ED8F-6F2D-4524-03C4-A420B219665F}"/>
              </a:ext>
            </a:extLst>
          </p:cNvPr>
          <p:cNvGrpSpPr/>
          <p:nvPr/>
        </p:nvGrpSpPr>
        <p:grpSpPr>
          <a:xfrm>
            <a:off x="489857" y="315684"/>
            <a:ext cx="1197429" cy="1170213"/>
            <a:chOff x="489857" y="315684"/>
            <a:chExt cx="1197429" cy="1170213"/>
          </a:xfrm>
        </p:grpSpPr>
        <p:sp>
          <p:nvSpPr>
            <p:cNvPr id="7" name="Grafik 4" descr="Gummiente mit einfarbiger Füllung">
              <a:extLst>
                <a:ext uri="{FF2B5EF4-FFF2-40B4-BE49-F238E27FC236}">
                  <a16:creationId xmlns:a16="http://schemas.microsoft.com/office/drawing/2014/main" id="{25C7E8E7-535E-8669-9FC8-2AC537D62D25}"/>
                </a:ext>
              </a:extLst>
            </p:cNvPr>
            <p:cNvSpPr/>
            <p:nvPr/>
          </p:nvSpPr>
          <p:spPr>
            <a:xfrm>
              <a:off x="696616" y="602797"/>
              <a:ext cx="762069" cy="590551"/>
            </a:xfrm>
            <a:custGeom>
              <a:avLst/>
              <a:gdLst>
                <a:gd name="csX0" fmla="*/ 684917 w 762069"/>
                <a:gd name="csY0" fmla="*/ 191452 h 590551"/>
                <a:gd name="csX1" fmla="*/ 685869 w 762069"/>
                <a:gd name="csY1" fmla="*/ 171450 h 590551"/>
                <a:gd name="csX2" fmla="*/ 514419 w 762069"/>
                <a:gd name="csY2" fmla="*/ 0 h 590551"/>
                <a:gd name="csX3" fmla="*/ 342969 w 762069"/>
                <a:gd name="csY3" fmla="*/ 171450 h 590551"/>
                <a:gd name="csX4" fmla="*/ 383927 w 762069"/>
                <a:gd name="csY4" fmla="*/ 281940 h 590551"/>
                <a:gd name="csX5" fmla="*/ 49599 w 762069"/>
                <a:gd name="csY5" fmla="*/ 247650 h 590551"/>
                <a:gd name="csX6" fmla="*/ 21024 w 762069"/>
                <a:gd name="csY6" fmla="*/ 259080 h 590551"/>
                <a:gd name="csX7" fmla="*/ 37217 w 762069"/>
                <a:gd name="csY7" fmla="*/ 490538 h 590551"/>
                <a:gd name="csX8" fmla="*/ 366782 w 762069"/>
                <a:gd name="csY8" fmla="*/ 590550 h 590551"/>
                <a:gd name="csX9" fmla="*/ 646817 w 762069"/>
                <a:gd name="csY9" fmla="*/ 470535 h 590551"/>
                <a:gd name="csX10" fmla="*/ 591572 w 762069"/>
                <a:gd name="csY10" fmla="*/ 324803 h 590551"/>
                <a:gd name="csX11" fmla="*/ 647769 w 762069"/>
                <a:gd name="csY11" fmla="*/ 275273 h 590551"/>
                <a:gd name="csX12" fmla="*/ 743019 w 762069"/>
                <a:gd name="csY12" fmla="*/ 229552 h 590551"/>
                <a:gd name="csX13" fmla="*/ 762069 w 762069"/>
                <a:gd name="csY13" fmla="*/ 200977 h 590551"/>
                <a:gd name="csX14" fmla="*/ 684917 w 762069"/>
                <a:gd name="csY14" fmla="*/ 191452 h 590551"/>
                <a:gd name="csX15" fmla="*/ 599192 w 762069"/>
                <a:gd name="csY15" fmla="*/ 171450 h 590551"/>
                <a:gd name="csX16" fmla="*/ 570617 w 762069"/>
                <a:gd name="csY16" fmla="*/ 142875 h 590551"/>
                <a:gd name="csX17" fmla="*/ 599192 w 762069"/>
                <a:gd name="csY17" fmla="*/ 114300 h 590551"/>
                <a:gd name="csX18" fmla="*/ 627767 w 762069"/>
                <a:gd name="csY18" fmla="*/ 142875 h 590551"/>
                <a:gd name="csX19" fmla="*/ 599192 w 762069"/>
                <a:gd name="csY19" fmla="*/ 171450 h 5905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762069" h="590551" fill="none" extrusionOk="0">
                  <a:moveTo>
                    <a:pt x="684917" y="191452"/>
                  </a:moveTo>
                  <a:cubicBezTo>
                    <a:pt x="686529" y="183923"/>
                    <a:pt x="686640" y="178820"/>
                    <a:pt x="685869" y="171450"/>
                  </a:cubicBezTo>
                  <a:cubicBezTo>
                    <a:pt x="683743" y="84485"/>
                    <a:pt x="604987" y="4173"/>
                    <a:pt x="514419" y="0"/>
                  </a:cubicBezTo>
                  <a:cubicBezTo>
                    <a:pt x="423533" y="2635"/>
                    <a:pt x="354361" y="82566"/>
                    <a:pt x="342969" y="171450"/>
                  </a:cubicBezTo>
                  <a:cubicBezTo>
                    <a:pt x="340081" y="218790"/>
                    <a:pt x="356030" y="252217"/>
                    <a:pt x="383927" y="281940"/>
                  </a:cubicBezTo>
                  <a:cubicBezTo>
                    <a:pt x="294596" y="298712"/>
                    <a:pt x="238696" y="372406"/>
                    <a:pt x="49599" y="247650"/>
                  </a:cubicBezTo>
                  <a:cubicBezTo>
                    <a:pt x="37308" y="239355"/>
                    <a:pt x="22270" y="245237"/>
                    <a:pt x="21024" y="259080"/>
                  </a:cubicBezTo>
                  <a:cubicBezTo>
                    <a:pt x="-8349" y="361053"/>
                    <a:pt x="-18213" y="414211"/>
                    <a:pt x="37217" y="490538"/>
                  </a:cubicBezTo>
                  <a:cubicBezTo>
                    <a:pt x="109571" y="591285"/>
                    <a:pt x="189170" y="599119"/>
                    <a:pt x="366782" y="590550"/>
                  </a:cubicBezTo>
                  <a:cubicBezTo>
                    <a:pt x="539277" y="585150"/>
                    <a:pt x="645092" y="579446"/>
                    <a:pt x="646817" y="470535"/>
                  </a:cubicBezTo>
                  <a:cubicBezTo>
                    <a:pt x="641261" y="414042"/>
                    <a:pt x="631389" y="363836"/>
                    <a:pt x="591572" y="324803"/>
                  </a:cubicBezTo>
                  <a:cubicBezTo>
                    <a:pt x="615092" y="311396"/>
                    <a:pt x="640154" y="291694"/>
                    <a:pt x="647769" y="275273"/>
                  </a:cubicBezTo>
                  <a:cubicBezTo>
                    <a:pt x="692646" y="269658"/>
                    <a:pt x="727531" y="246434"/>
                    <a:pt x="743019" y="229552"/>
                  </a:cubicBezTo>
                  <a:cubicBezTo>
                    <a:pt x="752399" y="220013"/>
                    <a:pt x="759358" y="209240"/>
                    <a:pt x="762069" y="200977"/>
                  </a:cubicBezTo>
                  <a:cubicBezTo>
                    <a:pt x="745627" y="194088"/>
                    <a:pt x="695688" y="198772"/>
                    <a:pt x="684917" y="191452"/>
                  </a:cubicBezTo>
                  <a:close/>
                  <a:moveTo>
                    <a:pt x="599192" y="171450"/>
                  </a:moveTo>
                  <a:cubicBezTo>
                    <a:pt x="583651" y="170782"/>
                    <a:pt x="570585" y="160921"/>
                    <a:pt x="570617" y="142875"/>
                  </a:cubicBezTo>
                  <a:cubicBezTo>
                    <a:pt x="572158" y="124498"/>
                    <a:pt x="585880" y="114364"/>
                    <a:pt x="599192" y="114300"/>
                  </a:cubicBezTo>
                  <a:cubicBezTo>
                    <a:pt x="615880" y="113919"/>
                    <a:pt x="629293" y="128891"/>
                    <a:pt x="627767" y="142875"/>
                  </a:cubicBezTo>
                  <a:cubicBezTo>
                    <a:pt x="626784" y="157065"/>
                    <a:pt x="613112" y="170781"/>
                    <a:pt x="599192" y="171450"/>
                  </a:cubicBezTo>
                  <a:close/>
                </a:path>
                <a:path w="762069" h="590551" stroke="0" extrusionOk="0">
                  <a:moveTo>
                    <a:pt x="684917" y="191452"/>
                  </a:moveTo>
                  <a:cubicBezTo>
                    <a:pt x="686415" y="184167"/>
                    <a:pt x="685524" y="177772"/>
                    <a:pt x="685869" y="171450"/>
                  </a:cubicBezTo>
                  <a:cubicBezTo>
                    <a:pt x="698343" y="86625"/>
                    <a:pt x="596259" y="-4113"/>
                    <a:pt x="514419" y="0"/>
                  </a:cubicBezTo>
                  <a:cubicBezTo>
                    <a:pt x="432977" y="-3073"/>
                    <a:pt x="345322" y="76670"/>
                    <a:pt x="342969" y="171450"/>
                  </a:cubicBezTo>
                  <a:cubicBezTo>
                    <a:pt x="349343" y="214656"/>
                    <a:pt x="354843" y="259063"/>
                    <a:pt x="383927" y="281940"/>
                  </a:cubicBezTo>
                  <a:cubicBezTo>
                    <a:pt x="305505" y="294551"/>
                    <a:pt x="225574" y="357193"/>
                    <a:pt x="49599" y="247650"/>
                  </a:cubicBezTo>
                  <a:cubicBezTo>
                    <a:pt x="40551" y="243064"/>
                    <a:pt x="24473" y="247875"/>
                    <a:pt x="21024" y="259080"/>
                  </a:cubicBezTo>
                  <a:cubicBezTo>
                    <a:pt x="-15955" y="361836"/>
                    <a:pt x="-5372" y="411835"/>
                    <a:pt x="37217" y="490538"/>
                  </a:cubicBezTo>
                  <a:cubicBezTo>
                    <a:pt x="91752" y="590962"/>
                    <a:pt x="189913" y="586195"/>
                    <a:pt x="366782" y="590550"/>
                  </a:cubicBezTo>
                  <a:cubicBezTo>
                    <a:pt x="556555" y="586367"/>
                    <a:pt x="655777" y="597245"/>
                    <a:pt x="646817" y="470535"/>
                  </a:cubicBezTo>
                  <a:cubicBezTo>
                    <a:pt x="638907" y="409751"/>
                    <a:pt x="628036" y="361721"/>
                    <a:pt x="591572" y="324803"/>
                  </a:cubicBezTo>
                  <a:cubicBezTo>
                    <a:pt x="614395" y="314560"/>
                    <a:pt x="638206" y="288812"/>
                    <a:pt x="647769" y="275273"/>
                  </a:cubicBezTo>
                  <a:cubicBezTo>
                    <a:pt x="694334" y="275348"/>
                    <a:pt x="723847" y="252066"/>
                    <a:pt x="743019" y="229552"/>
                  </a:cubicBezTo>
                  <a:cubicBezTo>
                    <a:pt x="752688" y="219986"/>
                    <a:pt x="757311" y="209275"/>
                    <a:pt x="762069" y="200977"/>
                  </a:cubicBezTo>
                  <a:cubicBezTo>
                    <a:pt x="731883" y="190245"/>
                    <a:pt x="702367" y="196676"/>
                    <a:pt x="684917" y="191452"/>
                  </a:cubicBezTo>
                  <a:close/>
                  <a:moveTo>
                    <a:pt x="599192" y="171450"/>
                  </a:moveTo>
                  <a:cubicBezTo>
                    <a:pt x="582341" y="170547"/>
                    <a:pt x="570828" y="159674"/>
                    <a:pt x="570617" y="142875"/>
                  </a:cubicBezTo>
                  <a:cubicBezTo>
                    <a:pt x="569760" y="129104"/>
                    <a:pt x="585657" y="114555"/>
                    <a:pt x="599192" y="114300"/>
                  </a:cubicBezTo>
                  <a:cubicBezTo>
                    <a:pt x="614994" y="116178"/>
                    <a:pt x="628946" y="129355"/>
                    <a:pt x="627767" y="142875"/>
                  </a:cubicBezTo>
                  <a:cubicBezTo>
                    <a:pt x="625140" y="157645"/>
                    <a:pt x="616830" y="173302"/>
                    <a:pt x="599192" y="171450"/>
                  </a:cubicBezTo>
                  <a:close/>
                </a:path>
              </a:pathLst>
            </a:custGeom>
            <a:solidFill>
              <a:srgbClr val="008C45"/>
            </a:solidFill>
            <a:ln w="9525" cap="flat">
              <a:solidFill>
                <a:srgbClr val="008C45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98506542">
                    <a:custGeom>
                      <a:avLst/>
                      <a:gdLst>
                        <a:gd name="csX0" fmla="*/ 684917 w 762069"/>
                        <a:gd name="csY0" fmla="*/ 191452 h 590551"/>
                        <a:gd name="csX1" fmla="*/ 685869 w 762069"/>
                        <a:gd name="csY1" fmla="*/ 171450 h 590551"/>
                        <a:gd name="csX2" fmla="*/ 514419 w 762069"/>
                        <a:gd name="csY2" fmla="*/ 0 h 590551"/>
                        <a:gd name="csX3" fmla="*/ 342969 w 762069"/>
                        <a:gd name="csY3" fmla="*/ 171450 h 590551"/>
                        <a:gd name="csX4" fmla="*/ 383927 w 762069"/>
                        <a:gd name="csY4" fmla="*/ 281940 h 590551"/>
                        <a:gd name="csX5" fmla="*/ 49599 w 762069"/>
                        <a:gd name="csY5" fmla="*/ 247650 h 590551"/>
                        <a:gd name="csX6" fmla="*/ 21024 w 762069"/>
                        <a:gd name="csY6" fmla="*/ 259080 h 590551"/>
                        <a:gd name="csX7" fmla="*/ 37217 w 762069"/>
                        <a:gd name="csY7" fmla="*/ 490538 h 590551"/>
                        <a:gd name="csX8" fmla="*/ 366782 w 762069"/>
                        <a:gd name="csY8" fmla="*/ 590550 h 590551"/>
                        <a:gd name="csX9" fmla="*/ 646817 w 762069"/>
                        <a:gd name="csY9" fmla="*/ 470535 h 590551"/>
                        <a:gd name="csX10" fmla="*/ 591572 w 762069"/>
                        <a:gd name="csY10" fmla="*/ 324803 h 590551"/>
                        <a:gd name="csX11" fmla="*/ 647769 w 762069"/>
                        <a:gd name="csY11" fmla="*/ 275273 h 590551"/>
                        <a:gd name="csX12" fmla="*/ 743019 w 762069"/>
                        <a:gd name="csY12" fmla="*/ 229552 h 590551"/>
                        <a:gd name="csX13" fmla="*/ 762069 w 762069"/>
                        <a:gd name="csY13" fmla="*/ 200977 h 590551"/>
                        <a:gd name="csX14" fmla="*/ 684917 w 762069"/>
                        <a:gd name="csY14" fmla="*/ 191452 h 590551"/>
                        <a:gd name="csX15" fmla="*/ 599192 w 762069"/>
                        <a:gd name="csY15" fmla="*/ 171450 h 590551"/>
                        <a:gd name="csX16" fmla="*/ 570617 w 762069"/>
                        <a:gd name="csY16" fmla="*/ 142875 h 590551"/>
                        <a:gd name="csX17" fmla="*/ 599192 w 762069"/>
                        <a:gd name="csY17" fmla="*/ 114300 h 590551"/>
                        <a:gd name="csX18" fmla="*/ 627767 w 762069"/>
                        <a:gd name="csY18" fmla="*/ 142875 h 590551"/>
                        <a:gd name="csX19" fmla="*/ 599192 w 762069"/>
                        <a:gd name="csY19" fmla="*/ 171450 h 590551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</a:cxnLst>
                      <a:rect l="l" t="t" r="r" b="b"/>
                      <a:pathLst>
                        <a:path w="762069" h="590551">
                          <a:moveTo>
                            <a:pt x="684917" y="191452"/>
                          </a:moveTo>
                          <a:cubicBezTo>
                            <a:pt x="685869" y="184785"/>
                            <a:pt x="685869" y="178118"/>
                            <a:pt x="685869" y="171450"/>
                          </a:cubicBezTo>
                          <a:cubicBezTo>
                            <a:pt x="685869" y="77153"/>
                            <a:pt x="608717" y="0"/>
                            <a:pt x="514419" y="0"/>
                          </a:cubicBezTo>
                          <a:cubicBezTo>
                            <a:pt x="420122" y="0"/>
                            <a:pt x="342969" y="77153"/>
                            <a:pt x="342969" y="171450"/>
                          </a:cubicBezTo>
                          <a:cubicBezTo>
                            <a:pt x="342969" y="213360"/>
                            <a:pt x="358209" y="252413"/>
                            <a:pt x="383927" y="281940"/>
                          </a:cubicBezTo>
                          <a:cubicBezTo>
                            <a:pt x="295344" y="293370"/>
                            <a:pt x="224859" y="359093"/>
                            <a:pt x="49599" y="247650"/>
                          </a:cubicBezTo>
                          <a:cubicBezTo>
                            <a:pt x="39122" y="240983"/>
                            <a:pt x="23882" y="246698"/>
                            <a:pt x="21024" y="259080"/>
                          </a:cubicBezTo>
                          <a:cubicBezTo>
                            <a:pt x="-7551" y="360998"/>
                            <a:pt x="-11361" y="419100"/>
                            <a:pt x="37217" y="490538"/>
                          </a:cubicBezTo>
                          <a:cubicBezTo>
                            <a:pt x="105797" y="589598"/>
                            <a:pt x="179139" y="590550"/>
                            <a:pt x="366782" y="590550"/>
                          </a:cubicBezTo>
                          <a:cubicBezTo>
                            <a:pt x="554424" y="590550"/>
                            <a:pt x="646817" y="592455"/>
                            <a:pt x="646817" y="470535"/>
                          </a:cubicBezTo>
                          <a:cubicBezTo>
                            <a:pt x="646817" y="406718"/>
                            <a:pt x="632529" y="357188"/>
                            <a:pt x="591572" y="324803"/>
                          </a:cubicBezTo>
                          <a:cubicBezTo>
                            <a:pt x="614432" y="313373"/>
                            <a:pt x="638244" y="290513"/>
                            <a:pt x="647769" y="275273"/>
                          </a:cubicBezTo>
                          <a:cubicBezTo>
                            <a:pt x="692537" y="270510"/>
                            <a:pt x="724922" y="249555"/>
                            <a:pt x="743019" y="229552"/>
                          </a:cubicBezTo>
                          <a:cubicBezTo>
                            <a:pt x="752544" y="220027"/>
                            <a:pt x="758259" y="208598"/>
                            <a:pt x="762069" y="200977"/>
                          </a:cubicBezTo>
                          <a:lnTo>
                            <a:pt x="684917" y="191452"/>
                          </a:lnTo>
                          <a:close/>
                          <a:moveTo>
                            <a:pt x="599192" y="171450"/>
                          </a:moveTo>
                          <a:cubicBezTo>
                            <a:pt x="582999" y="171450"/>
                            <a:pt x="570617" y="159068"/>
                            <a:pt x="570617" y="142875"/>
                          </a:cubicBezTo>
                          <a:cubicBezTo>
                            <a:pt x="570617" y="126682"/>
                            <a:pt x="582999" y="114300"/>
                            <a:pt x="599192" y="114300"/>
                          </a:cubicBezTo>
                          <a:cubicBezTo>
                            <a:pt x="615384" y="114300"/>
                            <a:pt x="627767" y="126682"/>
                            <a:pt x="627767" y="142875"/>
                          </a:cubicBezTo>
                          <a:cubicBezTo>
                            <a:pt x="627767" y="159068"/>
                            <a:pt x="615384" y="171450"/>
                            <a:pt x="599192" y="171450"/>
                          </a:cubicBezTo>
                          <a:close/>
                        </a:path>
                      </a:pathLst>
                    </a:custGeom>
                    <ask:type>
                      <ask:lineSketchCurved/>
                    </ask:type>
                  </ask:lineSketchStyleProps>
                </a:ext>
              </a:extLst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7C527E64-9408-6C1E-95B9-A905C0164873}"/>
                </a:ext>
              </a:extLst>
            </p:cNvPr>
            <p:cNvSpPr/>
            <p:nvPr/>
          </p:nvSpPr>
          <p:spPr>
            <a:xfrm rot="16200000">
              <a:off x="503465" y="302076"/>
              <a:ext cx="1170213" cy="1197429"/>
            </a:xfrm>
            <a:custGeom>
              <a:avLst/>
              <a:gdLst>
                <a:gd name="csX0" fmla="*/ 0 w 1170213"/>
                <a:gd name="csY0" fmla="*/ 598715 h 1197429"/>
                <a:gd name="csX1" fmla="*/ 585107 w 1170213"/>
                <a:gd name="csY1" fmla="*/ 0 h 1197429"/>
                <a:gd name="csX2" fmla="*/ 1170214 w 1170213"/>
                <a:gd name="csY2" fmla="*/ 598715 h 1197429"/>
                <a:gd name="csX3" fmla="*/ 585107 w 1170213"/>
                <a:gd name="csY3" fmla="*/ 1197430 h 1197429"/>
                <a:gd name="csX4" fmla="*/ 0 w 1170213"/>
                <a:gd name="csY4" fmla="*/ 598715 h 11974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70213" h="1197429" extrusionOk="0">
                  <a:moveTo>
                    <a:pt x="0" y="598715"/>
                  </a:moveTo>
                  <a:cubicBezTo>
                    <a:pt x="-22492" y="224295"/>
                    <a:pt x="243509" y="19752"/>
                    <a:pt x="585107" y="0"/>
                  </a:cubicBezTo>
                  <a:cubicBezTo>
                    <a:pt x="974514" y="39891"/>
                    <a:pt x="1145897" y="221904"/>
                    <a:pt x="1170214" y="598715"/>
                  </a:cubicBezTo>
                  <a:cubicBezTo>
                    <a:pt x="1156051" y="926400"/>
                    <a:pt x="911355" y="1172585"/>
                    <a:pt x="585107" y="1197430"/>
                  </a:cubicBezTo>
                  <a:cubicBezTo>
                    <a:pt x="240532" y="1167894"/>
                    <a:pt x="10216" y="915390"/>
                    <a:pt x="0" y="598715"/>
                  </a:cubicBezTo>
                  <a:close/>
                </a:path>
              </a:pathLst>
            </a:custGeom>
            <a:noFill/>
            <a:ln w="57150">
              <a:solidFill>
                <a:srgbClr val="008C45"/>
              </a:solidFill>
              <a:extLst>
                <a:ext uri="{C807C97D-BFC1-408E-A445-0C87EB9F89A2}">
                  <ask:lineSketchStyleProps xmlns:ask="http://schemas.microsoft.com/office/drawing/2018/sketchyshapes" sd="4172447036">
                    <a:prstGeom prst="ellipse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B2481572-B02D-BF50-BD20-9EDE585A6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7281"/>
            <a:ext cx="12192000" cy="46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1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1754DE-94F1-FD20-E1D2-55204D47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64D131-011B-9D8D-2240-8F21EFD5F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7277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Thalea Hollje</dc:creator>
  <cp:lastModifiedBy>Thalea Hollje</cp:lastModifiedBy>
  <cp:revision>2</cp:revision>
  <dcterms:created xsi:type="dcterms:W3CDTF">2026-10-23T21:27:42Z</dcterms:created>
  <dcterms:modified xsi:type="dcterms:W3CDTF">2026-10-24T09:51:11Z</dcterms:modified>
</cp:coreProperties>
</file>